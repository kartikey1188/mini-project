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42" r:id="rId5"/>
    <p:sldId id="377" r:id="rId6"/>
    <p:sldId id="375" r:id="rId7"/>
    <p:sldId id="376" r:id="rId8"/>
    <p:sldId id="359" r:id="rId9"/>
    <p:sldId id="380" r:id="rId10"/>
    <p:sldId id="3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388" autoAdjust="0"/>
  </p:normalViewPr>
  <p:slideViewPr>
    <p:cSldViewPr snapToGrid="0" snapToObjects="1" showGuides="1">
      <p:cViewPr varScale="1">
        <p:scale>
          <a:sx n="67" d="100"/>
          <a:sy n="67" d="100"/>
        </p:scale>
        <p:origin x="85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3/9/2025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3/9/2025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133" y="-880534"/>
            <a:ext cx="10109200" cy="3215641"/>
          </a:xfrm>
        </p:spPr>
        <p:txBody>
          <a:bodyPr anchor="b"/>
          <a:lstStyle/>
          <a:p>
            <a:r>
              <a:rPr lang="en-US" sz="4000" dirty="0"/>
              <a:t>AI Powered ultra summarizer and communicator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D25AB2A-73FE-0CDF-FD24-6E2EF9E1EDA7}"/>
              </a:ext>
            </a:extLst>
          </p:cNvPr>
          <p:cNvSpPr txBox="1">
            <a:spLocks/>
          </p:cNvSpPr>
          <p:nvPr/>
        </p:nvSpPr>
        <p:spPr>
          <a:xfrm>
            <a:off x="1364720" y="3648076"/>
            <a:ext cx="9852025" cy="27527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accent3"/>
                </a:solidFill>
                <a:latin typeface="+mj-lt"/>
                <a:ea typeface="+mn-ea"/>
                <a:cs typeface="Biome" panose="020B05030302040208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Kartikey Singh​</a:t>
            </a:r>
          </a:p>
          <a:p>
            <a:pPr algn="ctr"/>
            <a:r>
              <a:rPr lang="en-US" sz="2400" u="sng" dirty="0">
                <a:solidFill>
                  <a:schemeClr val="bg1"/>
                </a:solidFill>
                <a:latin typeface="+mn-lt"/>
              </a:rPr>
              <a:t>GitHub Repository</a:t>
            </a:r>
            <a:r>
              <a:rPr lang="en-US" sz="2400" dirty="0">
                <a:solidFill>
                  <a:schemeClr val="bg1"/>
                </a:solidFill>
                <a:latin typeface="+mn-lt"/>
              </a:rPr>
              <a:t>: https://github.com/kartikey1188/Mini-Project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7A80792-530E-2A7E-913E-D1300F853C1D}"/>
              </a:ext>
            </a:extLst>
          </p:cNvPr>
          <p:cNvSpPr txBox="1">
            <a:spLocks/>
          </p:cNvSpPr>
          <p:nvPr/>
        </p:nvSpPr>
        <p:spPr>
          <a:xfrm>
            <a:off x="1107545" y="-173251"/>
            <a:ext cx="10109200" cy="3215641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en-US" sz="2000" u="sng" dirty="0"/>
              <a:t>A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622" y="469078"/>
            <a:ext cx="10500989" cy="1327464"/>
          </a:xfrm>
        </p:spPr>
        <p:txBody>
          <a:bodyPr/>
          <a:lstStyle/>
          <a:p>
            <a:r>
              <a:rPr lang="en-US" dirty="0"/>
              <a:t>Challenge                                         mission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23431C1-0A86-12F1-A942-4EA680810561}"/>
              </a:ext>
            </a:extLst>
          </p:cNvPr>
          <p:cNvSpPr txBox="1">
            <a:spLocks/>
          </p:cNvSpPr>
          <p:nvPr/>
        </p:nvSpPr>
        <p:spPr>
          <a:xfrm>
            <a:off x="689430" y="2392316"/>
            <a:ext cx="5217886" cy="37237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64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27BD31-6271-F643-3BE4-A2925D651D95}"/>
              </a:ext>
            </a:extLst>
          </p:cNvPr>
          <p:cNvCxnSpPr>
            <a:cxnSpLocks/>
          </p:cNvCxnSpPr>
          <p:nvPr/>
        </p:nvCxnSpPr>
        <p:spPr>
          <a:xfrm>
            <a:off x="6197598" y="2234770"/>
            <a:ext cx="0" cy="3991428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2">
            <a:extLst>
              <a:ext uri="{FF2B5EF4-FFF2-40B4-BE49-F238E27FC236}">
                <a16:creationId xmlns:a16="http://schemas.microsoft.com/office/drawing/2014/main" id="{B805CC98-7200-377F-8195-91BCC5543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331" y="1978881"/>
            <a:ext cx="511129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Information is scattered across multiple videos and documents, making it difficult to get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holistic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understanding.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Manually summarizing multiple sources is time-consuming and inefficient.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Traditional summarizers focus on single files, lacking the ability to combine insights from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multiple sources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Users also need an interactive way to ask questions about the 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combined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content in addition to just reading static summaries.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834309D3-62CE-D143-5685-EBDB395CA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437" y="2297609"/>
            <a:ext cx="511129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Unifying Knowledge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The app combines multiple videos and documents to generate a single, cohesive and holistic summary, saving time and effort.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Intelligent Interaction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Users can query the provided content (combination of YouTube videos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PDFs) for precise information rather than passively consuming summaries.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AI-Powered Efficiency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Leveraging RAG (Retrieval-Augmented Generation) with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ChromaDB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the app ensures accurate, context-aware responses.</a:t>
            </a:r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SPECIFIC FUNCTIONALITIES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2812614" y="2144961"/>
            <a:ext cx="7913874" cy="3676649"/>
          </a:xfrm>
        </p:spPr>
        <p:txBody>
          <a:bodyPr/>
          <a:lstStyle/>
          <a:p>
            <a:r>
              <a:rPr lang="en-US" dirty="0"/>
              <a:t>Generate holistic summaries combining content of multiple YouTube videos simply using their links.</a:t>
            </a:r>
          </a:p>
          <a:p>
            <a:r>
              <a:rPr lang="en-US" dirty="0"/>
              <a:t>Converse with the combined content matter of the YouTube Videos</a:t>
            </a:r>
          </a:p>
          <a:p>
            <a:r>
              <a:rPr lang="en-US" dirty="0"/>
              <a:t>Generate holistic summaries combining content of multiple PDF documents simply through uploading them on the application.</a:t>
            </a:r>
          </a:p>
          <a:p>
            <a:r>
              <a:rPr lang="en-US" dirty="0"/>
              <a:t>Converse with the combined content matter of the uploaded PDF Document</a:t>
            </a:r>
          </a:p>
          <a:p>
            <a:r>
              <a:rPr lang="en-US" dirty="0"/>
              <a:t>Have your uploaded links and PDFs saved in your personal account. </a:t>
            </a:r>
          </a:p>
          <a:p>
            <a:r>
              <a:rPr lang="en-US" dirty="0"/>
              <a:t>Delete any link or PDF from the account.</a:t>
            </a:r>
          </a:p>
          <a:p>
            <a:r>
              <a:rPr lang="en-US" dirty="0"/>
              <a:t>Download a CSV file containing all your past generated summaries.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1" y="2474811"/>
            <a:ext cx="4227331" cy="3528397"/>
          </a:xfrm>
        </p:spPr>
        <p:txBody>
          <a:bodyPr/>
          <a:lstStyle/>
          <a:p>
            <a:pPr lvl="1"/>
            <a:r>
              <a:rPr lang="en-US" dirty="0"/>
              <a:t>Flask (Backend)</a:t>
            </a:r>
          </a:p>
          <a:p>
            <a:pPr lvl="1"/>
            <a:r>
              <a:rPr lang="en-US" dirty="0"/>
              <a:t>Vue.js (Frontend)</a:t>
            </a:r>
          </a:p>
          <a:p>
            <a:pPr lvl="1"/>
            <a:r>
              <a:rPr lang="en-US" dirty="0"/>
              <a:t>Flask-Security (for Authentication)</a:t>
            </a:r>
          </a:p>
          <a:p>
            <a:pPr lvl="1"/>
            <a:r>
              <a:rPr lang="en-US" dirty="0" err="1"/>
              <a:t>LangChain</a:t>
            </a:r>
            <a:r>
              <a:rPr lang="en-US" dirty="0"/>
              <a:t> (for AI &amp; RAG Integration)</a:t>
            </a:r>
          </a:p>
          <a:p>
            <a:pPr lvl="1"/>
            <a:r>
              <a:rPr lang="en-US" dirty="0"/>
              <a:t>SQLite Database</a:t>
            </a:r>
          </a:p>
          <a:p>
            <a:pPr lvl="1"/>
            <a:r>
              <a:rPr lang="en-US" dirty="0" err="1"/>
              <a:t>ChromaDB</a:t>
            </a:r>
            <a:r>
              <a:rPr lang="en-US" dirty="0"/>
              <a:t> (</a:t>
            </a:r>
            <a:r>
              <a:rPr lang="en-IN" dirty="0"/>
              <a:t>Vector Database for Semantic Search &amp; AI Queries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/>
          <a:lstStyle/>
          <a:p>
            <a:pPr lvl="1"/>
            <a:r>
              <a:rPr lang="en-US" dirty="0"/>
              <a:t>Redis (for Caching)</a:t>
            </a:r>
          </a:p>
          <a:p>
            <a:pPr lvl="1"/>
            <a:r>
              <a:rPr lang="en-US" dirty="0"/>
              <a:t>Celery (for CSV export)</a:t>
            </a:r>
          </a:p>
          <a:p>
            <a:pPr lvl="1"/>
            <a:r>
              <a:rPr lang="en-US" dirty="0" err="1"/>
              <a:t>SQLAlchemy</a:t>
            </a:r>
            <a:r>
              <a:rPr lang="en-US" dirty="0"/>
              <a:t> (for ORM)</a:t>
            </a:r>
          </a:p>
          <a:p>
            <a:pPr lvl="1"/>
            <a:r>
              <a:rPr lang="en-US" dirty="0" err="1"/>
              <a:t>Vuex</a:t>
            </a:r>
            <a:r>
              <a:rPr lang="en-US" dirty="0"/>
              <a:t> (for state management)</a:t>
            </a:r>
          </a:p>
          <a:p>
            <a:pPr lvl="1"/>
            <a:r>
              <a:rPr lang="en-US" dirty="0"/>
              <a:t>RAG (</a:t>
            </a:r>
            <a:r>
              <a:rPr lang="en-IN" b="0" i="0" dirty="0">
                <a:solidFill>
                  <a:srgbClr val="FFFFFF"/>
                </a:solidFill>
                <a:effectLst/>
              </a:rPr>
              <a:t>Retrieval augmented generation</a:t>
            </a:r>
            <a:r>
              <a:rPr lang="en-US" b="0" i="0" dirty="0">
                <a:solidFill>
                  <a:srgbClr val="FFFFFF"/>
                </a:solidFill>
                <a:effectLst/>
              </a:rPr>
              <a:t>)</a:t>
            </a:r>
            <a:endParaRPr lang="en-US" dirty="0"/>
          </a:p>
          <a:p>
            <a:pPr lvl="1"/>
            <a:r>
              <a:rPr lang="en-US" dirty="0" err="1"/>
              <a:t>YoutubeTranscriptAPI</a:t>
            </a:r>
            <a:r>
              <a:rPr lang="en-US" dirty="0"/>
              <a:t> (to help generate transcripts of videos)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596466" cy="1936866"/>
          </a:xfrm>
        </p:spPr>
        <p:txBody>
          <a:bodyPr/>
          <a:lstStyle/>
          <a:p>
            <a:r>
              <a:rPr lang="en-US" dirty="0"/>
              <a:t>POTENTIAL USERS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5532" y="2734885"/>
            <a:ext cx="5799667" cy="3405187"/>
          </a:xfrm>
        </p:spPr>
        <p:txBody>
          <a:bodyPr anchor="t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/>
              <a:t>Students &amp; Researchers</a:t>
            </a:r>
            <a:r>
              <a:rPr lang="en-IN" dirty="0"/>
              <a:t> – Quickly summarize lectures, academic papers, and study materials – in various combinations.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/>
              <a:t>Educators &amp; Professors</a:t>
            </a:r>
            <a:r>
              <a:rPr lang="en-IN" dirty="0"/>
              <a:t> – Generate concise lecture summaries/notes and get tutored.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/>
              <a:t>Professionals &amp; Businesses</a:t>
            </a:r>
            <a:r>
              <a:rPr lang="en-IN" dirty="0"/>
              <a:t> – Extract key insights from company documents and query them.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/>
              <a:t>Anyone Seeking Quick Information</a:t>
            </a:r>
            <a:r>
              <a:rPr lang="en-IN" dirty="0"/>
              <a:t> – Save time by getting AI-powered summaries of lengthy content (video or text) and talk to it.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PROTOTYPE SCREENS / DEVELOPMENT STAGE UI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FE5C8A-EF59-B0DD-ED5E-2C9119C62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9" y="2523067"/>
            <a:ext cx="5901034" cy="35695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0BF690-E424-B34C-C83B-F1DAC5AE2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256" y="2523067"/>
            <a:ext cx="5976242" cy="356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8906" y="-57571"/>
            <a:ext cx="6327105" cy="3373973"/>
          </a:xfrm>
        </p:spPr>
        <p:txBody>
          <a:bodyPr anchor="b"/>
          <a:lstStyle/>
          <a:p>
            <a:r>
              <a:rPr lang="en-US" sz="4800" dirty="0"/>
              <a:t>THANK YOU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944" y="3962135"/>
            <a:ext cx="7840133" cy="2653771"/>
          </a:xfrm>
        </p:spPr>
        <p:txBody>
          <a:bodyPr/>
          <a:lstStyle/>
          <a:p>
            <a:r>
              <a:rPr lang="en-US" sz="2400" dirty="0"/>
              <a:t>Questions &amp; SUGGESTIONS WELCOME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Scientific findings presentation</Template>
  <TotalTime>156</TotalTime>
  <Words>425</Words>
  <Application>Microsoft Office PowerPoint</Application>
  <PresentationFormat>Widescreen</PresentationFormat>
  <Paragraphs>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Nova</vt:lpstr>
      <vt:lpstr>Biome</vt:lpstr>
      <vt:lpstr>Calibri</vt:lpstr>
      <vt:lpstr>Wingdings</vt:lpstr>
      <vt:lpstr>Custom</vt:lpstr>
      <vt:lpstr>AI Powered ultra summarizer and communicator</vt:lpstr>
      <vt:lpstr>Challenge                                         mission       </vt:lpstr>
      <vt:lpstr>SPECIFIC FUNCTIONALITIES</vt:lpstr>
      <vt:lpstr>Technologies used</vt:lpstr>
      <vt:lpstr>POTENTIAL USERS</vt:lpstr>
      <vt:lpstr>PROTOTYPE SCREENS / DEVELOPMENT STAGE UI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Kartikey Singh</dc:creator>
  <cp:lastModifiedBy>Kartikey Singh</cp:lastModifiedBy>
  <cp:revision>7</cp:revision>
  <dcterms:created xsi:type="dcterms:W3CDTF">2025-02-12T02:01:00Z</dcterms:created>
  <dcterms:modified xsi:type="dcterms:W3CDTF">2025-03-09T00:02:50Z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